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</a:defRPr>
            </a:pPr>
            <a:r>
              <a:t>OFFLINE DOCUMENT COMPOSER</a:t>
            </a:r>
          </a:p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</a:defRPr>
            </a:pPr>
            <a:r>
              <a:t>Comprehensive User Manual &amp; Feature Operations Guide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100% Private &amp; Offline • Hardware-Accelerated Scanner • Biometric Passport Maker • Smart Image Resizer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303520"/>
            <a:ext cx="2468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🔒 100% Offline &amp; Private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303520"/>
            <a:ext cx="2468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60 FPS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303520"/>
            <a:ext cx="2468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📐 Indian Passport Biometrics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5303520"/>
            <a:ext cx="2468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📦 Ultra-Lean 49MB APK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OVERVIEW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Offline Document Composer?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Engineered from the ground up for privacy, reliability, and extreme speed on all Android 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🔒  100% Offline &amp; Private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Zero Cloud Uploads: </a:t>
            </a:r>
            <a:r>
              <a:rPr b="0" sz="1200">
                <a:solidFill>
                  <a:srgbClr val="94A3B8"/>
                </a:solidFill>
              </a:rPr>
              <a:t>Your private ID cards, financial records, and photos never touch external servers or the internet.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No Account Needed: </a:t>
            </a:r>
            <a:r>
              <a:rPr b="0" sz="1200">
                <a:solidFill>
                  <a:srgbClr val="94A3B8"/>
                </a:solidFill>
              </a:rPr>
              <a:t>Instant access without phone numbers, logins, or unnecessary data collection.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Total Device Safety: </a:t>
            </a:r>
            <a:r>
              <a:rPr b="0" sz="1200">
                <a:solidFill>
                  <a:srgbClr val="94A3B8"/>
                </a:solidFill>
              </a:rPr>
              <a:t>All document processing runs strictly in local CPU/GPU memory.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No Internet Permission: </a:t>
            </a:r>
            <a:r>
              <a:rPr b="0" sz="1200">
                <a:solidFill>
                  <a:srgbClr val="94A3B8"/>
                </a:solidFill>
              </a:rPr>
              <a:t>Guaranteed offline security by Android operating system permissions.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⚡  Engineered for Performance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Lower-End Device Optimized: </a:t>
            </a:r>
            <a:r>
              <a:rPr b="0" sz="1200">
                <a:solidFill>
                  <a:srgbClr val="94A3B8"/>
                </a:solidFill>
              </a:rPr>
              <a:t>Tested and tuned for budget Android phones with 2GB–4GB RAM.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50% RAM Savings: </a:t>
            </a:r>
            <a:r>
              <a:rPr b="0" sz="1200">
                <a:solidFill>
                  <a:srgbClr val="94A3B8"/>
                </a:solidFill>
              </a:rPr>
              <a:t>Smart RGB_565 memory pipeline avoids Out-Of-Memory (OOM) crashes.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Instant Slider Response: </a:t>
            </a:r>
            <a:r>
              <a:rPr b="0" sz="1200">
                <a:solidFill>
                  <a:srgbClr val="94A3B8"/>
                </a:solidFill>
              </a:rPr>
              <a:t>3ms preview updates while adjusting contrast/brightness without UI freeze.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70% Smaller App: </a:t>
            </a:r>
            <a:r>
              <a:rPr b="0" sz="1200">
                <a:solidFill>
                  <a:srgbClr val="94A3B8"/>
                </a:solidFill>
              </a:rPr>
              <a:t>Stripped 96MB of dead PC emulator binaries down to a lean 49MB.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🛠️  All-in-One Powerhouse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Smart OpenCV Scanner: </a:t>
            </a:r>
            <a:r>
              <a:rPr b="0" sz="1200">
                <a:solidFill>
                  <a:srgbClr val="94A3B8"/>
                </a:solidFill>
              </a:rPr>
              <a:t>Live camera perspective warping and automatic document boundary snap.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Biometric Passport Maker: </a:t>
            </a:r>
            <a:r>
              <a:rPr b="0" sz="1200">
                <a:solidFill>
                  <a:srgbClr val="94A3B8"/>
                </a:solidFill>
              </a:rPr>
              <a:t>Indian &amp; global passport/visa standards with multi-copy print sheet tiling.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Govt Exam Resizer: </a:t>
            </a:r>
            <a:r>
              <a:rPr b="0" sz="1200">
                <a:solidFill>
                  <a:srgbClr val="94A3B8"/>
                </a:solidFill>
              </a:rPr>
              <a:t>Compress photos and signatures to exact KB limits (e.g. &lt;50KB, &lt;20KB).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Print &amp; Vector PDF: </a:t>
            </a:r>
            <a:r>
              <a:rPr b="0" sz="1200">
                <a:solidFill>
                  <a:srgbClr val="94A3B8"/>
                </a:solidFill>
              </a:rPr>
              <a:t>Direct Android Print Service integration for Wi-Fi &amp; USB printing.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Complete Module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Six specialized modules designed for seamless document creation and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3B82F6"/>
                </a:solidFill>
              </a:defRPr>
            </a:pPr>
            <a:r>
              <a:t>📷  1. Live Smart Scanner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edge detection, auto-capture, torch control, and perspective warp.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3B82F6"/>
                </a:solidFill>
              </a:defRPr>
            </a:pPr>
            <a:r>
              <a:t>🎨  2. Document Editor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Document Crisp B&amp;W, Magic Color, contrast/brightness sliders, and rotation.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3B82F6"/>
                </a:solidFill>
              </a:defRPr>
            </a:pPr>
            <a:r>
              <a:t>📄  3. Page Composer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Multi-page canvas, drag &amp; drop reorder, watermarks, text annotations &amp;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3B82F6"/>
                </a:solidFill>
              </a:defRPr>
            </a:pPr>
            <a:r>
              <a:t>👤  4. Passport Photo Studio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Biometric face guidelines, Indian 35x45mm, multi-copy grid tiling &amp; cutting borders.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3B82F6"/>
                </a:solidFill>
              </a:defRPr>
            </a:pPr>
            <a:r>
              <a:t>📐  5. Smart Image Resizer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Resize by dimensions (px/cm/mm/in) or compress to target file size (&lt;50KB for exams).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3B82F6"/>
                </a:solidFill>
              </a:defRPr>
            </a:pPr>
            <a:r>
              <a:t>📁  6. Export &amp; Recent Projects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High-res PDF generation, direct Android Print adapter, and LRU-cached gallery.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MODULE 1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Smart Camera &amp; Live Document Scanner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Turn your camera into a professional flatbed scanner with real-time OpenCV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📷  How to Scan Documents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Step 1: Frame the Document: </a:t>
            </a:r>
            <a:r>
              <a:rPr b="0" sz="1200">
                <a:solidFill>
                  <a:srgbClr val="94A3B8"/>
                </a:solidFill>
              </a:rPr>
              <a:t>Hold your phone above the paper, receipt, or ID card. Ensure even lighting.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Step 2: Real-Time Edge Tracking: </a:t>
            </a:r>
            <a:r>
              <a:rPr b="0" sz="1200">
                <a:solidFill>
                  <a:srgbClr val="94A3B8"/>
                </a:solidFill>
              </a:rPr>
              <a:t>The live OpenCV engine automatically highlights document corners with a green polygon.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Step 3: Auto or Manual Capture: </a:t>
            </a:r>
            <a:r>
              <a:rPr b="0" sz="1200">
                <a:solidFill>
                  <a:srgbClr val="94A3B8"/>
                </a:solidFill>
              </a:rPr>
              <a:t>Tap the shutter button or enable auto-capture when corners stabilize.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Step 4: Fine-Tune with Loupe: </a:t>
            </a:r>
            <a:r>
              <a:rPr b="0" sz="1200">
                <a:solidFill>
                  <a:srgbClr val="94A3B8"/>
                </a:solidFill>
              </a:rPr>
              <a:t>On the crop screen, touch any corner to activate the 2.5x Loupe Magnifier for millimeter precision.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Step 5: Perspective Correction: </a:t>
            </a:r>
            <a:r>
              <a:rPr b="0" sz="1200">
                <a:solidFill>
                  <a:srgbClr val="94A3B8"/>
                </a:solidFill>
              </a:rPr>
              <a:t>The app warps angled shots into a perfectly flat, rectangular top-down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💡  Pro Scanner Controls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Flashlight Toggle: </a:t>
            </a:r>
            <a:r>
              <a:rPr b="0" sz="1200">
                <a:solidFill>
                  <a:srgbClr val="94A3B8"/>
                </a:solidFill>
              </a:rPr>
              <a:t>Tap the flash icon in dark rooms to eliminate harsh shadows.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Batch Capture Mode: </a:t>
            </a:r>
            <a:r>
              <a:rPr b="0" sz="1200">
                <a:solidFill>
                  <a:srgbClr val="94A3B8"/>
                </a:solidFill>
              </a:rPr>
              <a:t>Snap multiple pages in sequence without leaving the camera viewfinder.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Contrasting Backgrounds: </a:t>
            </a:r>
            <a:r>
              <a:rPr b="0" sz="1200">
                <a:solidFill>
                  <a:srgbClr val="94A3B8"/>
                </a:solidFill>
              </a:rPr>
              <a:t>Place white paper on a dark desk for instant 0.1-second edge snapping.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High-Speed Native Engine: </a:t>
            </a:r>
            <a:r>
              <a:rPr b="0" sz="1200">
                <a:solidFill>
                  <a:srgbClr val="94A3B8"/>
                </a:solidFill>
              </a:rPr>
              <a:t>Camera analysis runs on a background native thread, ensuring zero viewfinder lag.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Direct Gallery Import: </a:t>
            </a:r>
            <a:r>
              <a:rPr b="0" sz="1200">
                <a:solidFill>
                  <a:srgbClr val="94A3B8"/>
                </a:solidFill>
              </a:rPr>
              <a:t>Tap the photo icon to import existing receipts or documents from your gallery.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MODULE 2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Document Enhancement &amp; Filter Engine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Make scanned pages look crystal clear, high-contrast, and clean for printing.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🎨  Color Filter Presets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Original: </a:t>
            </a:r>
            <a:r>
              <a:rPr b="0" sz="1200">
                <a:solidFill>
                  <a:srgbClr val="94A3B8"/>
                </a:solidFill>
              </a:rPr>
              <a:t>Preserves exact camera colors, ideal for vibrant art, paintings, and color brochures.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Document Crisp (B&amp;W): </a:t>
            </a:r>
            <a:r>
              <a:rPr b="0" sz="1200">
                <a:solidFill>
                  <a:srgbClr val="94A3B8"/>
                </a:solidFill>
              </a:rPr>
              <a:t>Turns dingy gray paper pure white and texts pitch black. Best for official forms.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Grayscale: </a:t>
            </a:r>
            <a:r>
              <a:rPr b="0" sz="1200">
                <a:solidFill>
                  <a:srgbClr val="94A3B8"/>
                </a:solidFill>
              </a:rPr>
              <a:t>Smooth 256-level neutral tones, perfect for historical documents and pencil sketches.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Magic Color: </a:t>
            </a:r>
            <a:r>
              <a:rPr b="0" sz="1200">
                <a:solidFill>
                  <a:srgbClr val="94A3B8"/>
                </a:solidFill>
              </a:rPr>
              <a:t>Enhances saturation, sharpness, and clarity while preserving color stamps and signatures.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High Contrast: </a:t>
            </a:r>
            <a:r>
              <a:rPr b="0" sz="1200">
                <a:solidFill>
                  <a:srgbClr val="94A3B8"/>
                </a:solidFill>
              </a:rPr>
              <a:t>Maximizes text readability on faint carbon copies or faded thermal receipts.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⚡  Fine-Tuning &amp; Zero-Lag Sliders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Brightness &amp; Contrast: </a:t>
            </a:r>
            <a:r>
              <a:rPr b="0" sz="1200">
                <a:solidFill>
                  <a:srgbClr val="94A3B8"/>
                </a:solidFill>
              </a:rPr>
              <a:t>Easily remove shadows or recover over-exposed scans with intuitive slider controls.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Sharpness Enhancement: </a:t>
            </a:r>
            <a:r>
              <a:rPr b="0" sz="1200">
                <a:solidFill>
                  <a:srgbClr val="94A3B8"/>
                </a:solidFill>
              </a:rPr>
              <a:t>Recovers text crispness on lower-end camera sensors and blurry photos.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3ms Instant Preview: </a:t>
            </a:r>
            <a:r>
              <a:rPr b="0" sz="1200">
                <a:solidFill>
                  <a:srgbClr val="94A3B8"/>
                </a:solidFill>
              </a:rPr>
              <a:t>Sliders update a lightweight 1080px preview canvas instantly with zero UI stutter.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90° Quick Rotation: </a:t>
            </a:r>
            <a:r>
              <a:rPr b="0" sz="1200">
                <a:solidFill>
                  <a:srgbClr val="94A3B8"/>
                </a:solidFill>
              </a:rPr>
              <a:t>Rotate pages left or right with a single tap to correct document orientation.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Full-Res Final Processing: </a:t>
            </a:r>
            <a:r>
              <a:rPr b="0" sz="1200">
                <a:solidFill>
                  <a:srgbClr val="94A3B8"/>
                </a:solidFill>
              </a:rPr>
              <a:t>Original 12MP–48MP images are only processed when tapping Apply/Save.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MODULE 3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Page Composer &amp; Multi-Layer Studio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Assemble multi-page PDFs, reorder pages, add watermarks, annotations, and digital signatures.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📄  Multi-Page Document Assembly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Drag-and-Drop Reordering: </a:t>
            </a:r>
            <a:r>
              <a:rPr b="0" sz="1200">
                <a:solidFill>
                  <a:srgbClr val="94A3B8"/>
                </a:solidFill>
              </a:rPr>
              <a:t>Long-press any thumbnail and drag to rearrange pages in exact reading order.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Add &amp; Duplicate Pages: </a:t>
            </a:r>
            <a:r>
              <a:rPr b="0" sz="1200">
                <a:solidFill>
                  <a:srgbClr val="94A3B8"/>
                </a:solidFill>
              </a:rPr>
              <a:t>Add blank sheets, import additional gallery images, or duplicate existing pages.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Individual Page Cropping: </a:t>
            </a:r>
            <a:r>
              <a:rPr b="0" sz="1200">
                <a:solidFill>
                  <a:srgbClr val="94A3B8"/>
                </a:solidFill>
              </a:rPr>
              <a:t>Re-enter the crop or filter studio for any single page at any time.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Delete &amp; Prune: </a:t>
            </a:r>
            <a:r>
              <a:rPr b="0" sz="1200">
                <a:solidFill>
                  <a:srgbClr val="94A3B8"/>
                </a:solidFill>
              </a:rPr>
              <a:t>Remove mis-scanned or duplicate sheets with one tap.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✏️  Canvas Overlay Studio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Digital Signature: </a:t>
            </a:r>
            <a:r>
              <a:rPr b="0" sz="1200">
                <a:solidFill>
                  <a:srgbClr val="94A3B8"/>
                </a:solidFill>
              </a:rPr>
              <a:t>Draw your signature directly on screen and place it anywhere on the page.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Official Watermarks: </a:t>
            </a:r>
            <a:r>
              <a:rPr b="0" sz="1200">
                <a:solidFill>
                  <a:srgbClr val="94A3B8"/>
                </a:solidFill>
              </a:rPr>
              <a:t>Add 'CONFIDENTIAL', 'SAMPLE', or custom text across pages with adjustable opacity.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Text Annotations: </a:t>
            </a:r>
            <a:r>
              <a:rPr b="0" sz="1200">
                <a:solidFill>
                  <a:srgbClr val="94A3B8"/>
                </a:solidFill>
              </a:rPr>
              <a:t>Type notes, dates, or form fields with custom fonts, colors, and sizing.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Multi-Layer Gestures: </a:t>
            </a:r>
            <a:r>
              <a:rPr b="0" sz="1200">
                <a:solidFill>
                  <a:srgbClr val="94A3B8"/>
                </a:solidFill>
              </a:rPr>
              <a:t>Pinch to scale, drag to reposition, and rotate any layer with two fingers.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Undo / Redo History: </a:t>
            </a:r>
            <a:r>
              <a:rPr b="0" sz="1200">
                <a:solidFill>
                  <a:srgbClr val="94A3B8"/>
                </a:solidFill>
              </a:rPr>
              <a:t>Complete safety stack allows reversing any accidental modifications.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MODULE 4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Passport Size Photo Maker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Create professional, biometric passport and visa photos aligned to official Indian &amp; global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📐  Standard Biometric Sizes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Indian Passport / Visa: </a:t>
            </a:r>
            <a:r>
              <a:rPr b="0" sz="1200">
                <a:solidFill>
                  <a:srgbClr val="94A3B8"/>
                </a:solidFill>
              </a:rPr>
              <a:t>Official 35 × 45 mm (3.5 × 4.5 cm) standard for Indian Passport, OCI, and Visas.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PAN Card Form: </a:t>
            </a:r>
            <a:r>
              <a:rPr b="0" sz="1200">
                <a:solidFill>
                  <a:srgbClr val="94A3B8"/>
                </a:solidFill>
              </a:rPr>
              <a:t>Standard 25 × 35 mm (2.5 × 3.5 cm) for NSDL and UTI official PAN applications.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Official Stamp Size: </a:t>
            </a:r>
            <a:r>
              <a:rPr b="0" sz="1200">
                <a:solidFill>
                  <a:srgbClr val="94A3B8"/>
                </a:solidFill>
              </a:rPr>
              <a:t>Standard 20 × 25 mm format for ID cards, service registers, and employee passes.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US Visa / Green Card: </a:t>
            </a:r>
            <a:r>
              <a:rPr b="0" sz="1200">
                <a:solidFill>
                  <a:srgbClr val="94A3B8"/>
                </a:solidFill>
              </a:rPr>
              <a:t>Square 2 × 2 inches (51 × 51 mm) for US Visa, DV Lottery, and global permits.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Custom Size Option: </a:t>
            </a:r>
            <a:r>
              <a:rPr b="0" sz="1200">
                <a:solidFill>
                  <a:srgbClr val="94A3B8"/>
                </a:solidFill>
              </a:rPr>
              <a:t>Freely enter any width and height in millimeters.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👤  Smart Multi-Copy Grid Tiling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Face Guide Overlay: </a:t>
            </a:r>
            <a:r>
              <a:rPr b="0" sz="1200">
                <a:solidFill>
                  <a:srgbClr val="94A3B8"/>
                </a:solidFill>
              </a:rPr>
              <a:t>Biometric oval guide aligns chin, crown, and eyes to match official guidelines.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Copy Count Selection: </a:t>
            </a:r>
            <a:r>
              <a:rPr b="0" sz="1200">
                <a:solidFill>
                  <a:srgbClr val="94A3B8"/>
                </a:solidFill>
              </a:rPr>
              <a:t>Generate 1, 2, 4, 6, 8, 12, 16, or 32 photos automatically aligned on a single sheet.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Standard Print Sheets: </a:t>
            </a:r>
            <a:r>
              <a:rPr b="0" sz="1200">
                <a:solidFill>
                  <a:srgbClr val="94A3B8"/>
                </a:solidFill>
              </a:rPr>
              <a:t>Optimized for 4×6 inch photo paper or standard A4 sheets for studio printing.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Cutting Border Lines: </a:t>
            </a:r>
            <a:r>
              <a:rPr b="0" sz="1200">
                <a:solidFill>
                  <a:srgbClr val="94A3B8"/>
                </a:solidFill>
              </a:rPr>
              <a:t>Includes subtle border guidelines for quick, straight scissor or paper cutter trimming.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Export Options: </a:t>
            </a:r>
            <a:r>
              <a:rPr b="0" sz="1200">
                <a:solidFill>
                  <a:srgbClr val="94A3B8"/>
                </a:solidFill>
              </a:rPr>
              <a:t>Save as high-res JPG, 300 DPI PDF, or print directly via connected printer.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MODULE 5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Smart Image Resizer &amp; File Size Compressor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Effortlessly meet strict online application portal requirements for exams, jobs, and government portals.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🎯  Target File Size Compression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The Problem It Solves: </a:t>
            </a:r>
            <a:r>
              <a:rPr b="0" sz="1200">
                <a:solidFill>
                  <a:srgbClr val="94A3B8"/>
                </a:solidFill>
              </a:rPr>
              <a:t>Government portals (UPSC, SSC, State PSC, IBPS) reject files over 50 KB or 20 KB.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Exact KB Target Mode: </a:t>
            </a:r>
            <a:r>
              <a:rPr b="0" sz="1200">
                <a:solidFill>
                  <a:srgbClr val="94A3B8"/>
                </a:solidFill>
              </a:rPr>
              <a:t>Simply type your target (e.g., '50' or '20' KB) and tap Compress.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Iterative Binary Search: </a:t>
            </a:r>
            <a:r>
              <a:rPr b="0" sz="1200">
                <a:solidFill>
                  <a:srgbClr val="94A3B8"/>
                </a:solidFill>
              </a:rPr>
              <a:t>Algorithm finds the exact compression quality that meets the size limit with maximum clarity.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Signature Mode: </a:t>
            </a:r>
            <a:r>
              <a:rPr b="0" sz="1200">
                <a:solidFill>
                  <a:srgbClr val="94A3B8"/>
                </a:solidFill>
              </a:rPr>
              <a:t>Specially tuned to keep black ink signature strokes sharp even under 10 KB file sizes.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📏  Dimension Scaling &amp; Quality Control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Multi-Unit Support: </a:t>
            </a:r>
            <a:r>
              <a:rPr b="0" sz="1200">
                <a:solidFill>
                  <a:srgbClr val="94A3B8"/>
                </a:solidFill>
              </a:rPr>
              <a:t>Resize by Pixels (px), Centimeters (cm), Millimeters (mm), or Inches (in).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Aspect Ratio Lock: </a:t>
            </a:r>
            <a:r>
              <a:rPr b="0" sz="1200">
                <a:solidFill>
                  <a:srgbClr val="94A3B8"/>
                </a:solidFill>
              </a:rPr>
              <a:t>Prevent stretching or squishing when changing width or height.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Manual Quality Slider: </a:t>
            </a:r>
            <a:r>
              <a:rPr b="0" sz="1200">
                <a:solidFill>
                  <a:srgbClr val="94A3B8"/>
                </a:solidFill>
              </a:rPr>
              <a:t>Fine-tune JPEG compression level from 1% to 100% with live size recalculation.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Before &amp; After Inspector: </a:t>
            </a:r>
            <a:r>
              <a:rPr b="0" sz="1200">
                <a:solidFill>
                  <a:srgbClr val="94A3B8"/>
                </a:solidFill>
              </a:rPr>
              <a:t>Live preview shows exact original vs. output file size and pixel dimensions.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Batch Support: </a:t>
            </a:r>
            <a:r>
              <a:rPr b="0" sz="1200">
                <a:solidFill>
                  <a:srgbClr val="94A3B8"/>
                </a:solidFill>
              </a:rPr>
              <a:t>Resize multiple certificates or document pages in a single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MODULE 6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Export Studio &amp; Android Print System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Export in crisp formats or send documents directly to your home/office printer.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📄  Export Formats &amp; PDF Engine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Standard PDF Export: </a:t>
            </a:r>
            <a:r>
              <a:rPr b="0" sz="1200">
                <a:solidFill>
                  <a:srgbClr val="94A3B8"/>
                </a:solidFill>
              </a:rPr>
              <a:t>Creates vector-compatible, multi-page PDF documents readable on all devices.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Page Format Presets: </a:t>
            </a:r>
            <a:r>
              <a:rPr b="0" sz="1200">
                <a:solidFill>
                  <a:srgbClr val="94A3B8"/>
                </a:solidFill>
              </a:rPr>
              <a:t>Choose standard A4, US Letter, Legal, or match original image dimensions.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Image Formats (JPG / PNG): </a:t>
            </a:r>
            <a:r>
              <a:rPr b="0" sz="1200">
                <a:solidFill>
                  <a:srgbClr val="94A3B8"/>
                </a:solidFill>
              </a:rPr>
              <a:t>Export individual pages as compressed JPG or lossless PNG images.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Batch ZIP Archive: </a:t>
            </a:r>
            <a:r>
              <a:rPr b="0" sz="1200">
                <a:solidFill>
                  <a:srgbClr val="94A3B8"/>
                </a:solidFill>
              </a:rPr>
              <a:t>Package all document pages into a single ZIP file for easy email or transfer.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DPI Resolution Control: </a:t>
            </a:r>
            <a:r>
              <a:rPr b="0" sz="1200">
                <a:solidFill>
                  <a:srgbClr val="94A3B8"/>
                </a:solidFill>
              </a:rPr>
              <a:t>Select standard 150 DPI for compact files or 300 DPI for archival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🖨️  Direct Android Print Integration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Native Print Adapter: </a:t>
            </a:r>
            <a:r>
              <a:rPr b="0" sz="1200">
                <a:solidFill>
                  <a:srgbClr val="94A3B8"/>
                </a:solidFill>
              </a:rPr>
              <a:t>Uses Android PrintManager to connect directly with Wi-Fi, USB, and network printers.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Print Preview: </a:t>
            </a:r>
            <a:r>
              <a:rPr b="0" sz="1200">
                <a:solidFill>
                  <a:srgbClr val="94A3B8"/>
                </a:solidFill>
              </a:rPr>
              <a:t>View real-time layout before paper is consumed.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Mopria, HP, Canon, Epson: </a:t>
            </a:r>
            <a:r>
              <a:rPr b="0" sz="1200">
                <a:solidFill>
                  <a:srgbClr val="94A3B8"/>
                </a:solidFill>
              </a:rPr>
              <a:t>Fully compatible with standard Android print plugins and vendor drivers.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Save as PDF via Print Spooler: </a:t>
            </a:r>
            <a:r>
              <a:rPr b="0" sz="1200">
                <a:solidFill>
                  <a:srgbClr val="94A3B8"/>
                </a:solidFill>
              </a:rPr>
              <a:t>Alternative system-level PDF export with page range selection.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Zero Cloud Drivers: </a:t>
            </a:r>
            <a:r>
              <a:rPr b="0" sz="1200">
                <a:solidFill>
                  <a:srgbClr val="94A3B8"/>
                </a:solidFill>
              </a:rPr>
              <a:t>Print data stays strictly within your local local network without external cloud routing.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MODULE 7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Recent Projects &amp; Document Manager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Access, search, share, and manage all your exported PDFs, photos, and scans.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📁  Instant Gallery &amp; Filter Bar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Unified Project List: </a:t>
            </a:r>
            <a:r>
              <a:rPr b="0" sz="1200">
                <a:solidFill>
                  <a:srgbClr val="94A3B8"/>
                </a:solidFill>
              </a:rPr>
              <a:t>Access all generated documents, passport grids, and resized photos in one screen.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Category Filter Bar: </a:t>
            </a:r>
            <a:r>
              <a:rPr b="0" sz="1200">
                <a:solidFill>
                  <a:srgbClr val="94A3B8"/>
                </a:solidFill>
              </a:rPr>
              <a:t>Instantly filter between 'All', 'PDF Documents', and 'Images'.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File Metadata Details: </a:t>
            </a:r>
            <a:r>
              <a:rPr b="0" sz="1200">
                <a:solidFill>
                  <a:srgbClr val="94A3B8"/>
                </a:solidFill>
              </a:rPr>
              <a:t>Displays exact file size (KB/MB), last modified timestamp, and format badge.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LRU Thumbnail Cache: </a:t>
            </a:r>
            <a:r>
              <a:rPr b="0" sz="1200">
                <a:solidFill>
                  <a:srgbClr val="94A3B8"/>
                </a:solidFill>
              </a:rPr>
              <a:t>Thumbnails load instantly from memory cache, ensuring silky smooth scrolling.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⚙️  Document Operations &amp; Storage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Native Share Sheet: </a:t>
            </a:r>
            <a:r>
              <a:rPr b="0" sz="1200">
                <a:solidFill>
                  <a:srgbClr val="94A3B8"/>
                </a:solidFill>
              </a:rPr>
              <a:t>One-tap sharing via WhatsApp, Gmail, Telegram, Bluetooth, or Google Drive.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Open in External Viewer: </a:t>
            </a:r>
            <a:r>
              <a:rPr b="0" sz="1200">
                <a:solidFill>
                  <a:srgbClr val="94A3B8"/>
                </a:solidFill>
              </a:rPr>
              <a:t>Open PDFs in Adobe Acrobat or images in your preferred gallery app.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Direct Print from List: </a:t>
            </a:r>
            <a:r>
              <a:rPr b="0" sz="1200">
                <a:solidFill>
                  <a:srgbClr val="94A3B8"/>
                </a:solidFill>
              </a:rPr>
              <a:t>Tap the 3-dot menu on any project card to print immediately.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Standard Storage Locations: </a:t>
            </a:r>
            <a:r>
              <a:rPr b="0" sz="1200">
                <a:solidFill>
                  <a:srgbClr val="94A3B8"/>
                </a:solidFill>
              </a:rPr>
              <a:t>Files are stored in accessible device folders: `Documents/DocComposer/` and `Pictures/ResizedImages/`.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Safe Deletion: </a:t>
            </a:r>
            <a:r>
              <a:rPr b="0" sz="1200">
                <a:solidFill>
                  <a:srgbClr val="94A3B8"/>
                </a:solidFill>
              </a:rPr>
              <a:t>Confirm prompt prevents accidental deletion of important documents.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Performance &amp; Low-End Device Optimizations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How Offline Document Composer runs butter-smooth even on 2GB RAM budget 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🧠  Memory Optimization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RGB_565 Decodes: </a:t>
            </a:r>
            <a:r>
              <a:rPr b="0" sz="1200">
                <a:solidFill>
                  <a:srgbClr val="94A3B8"/>
                </a:solidFill>
              </a:rPr>
              <a:t>Switched preview bitmaps from 4 bytes/px (ARGB_8888) to 2 bytes/px (RGB_565), cutting memory use by 50%.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Dynamic Heap Scaling: </a:t>
            </a:r>
            <a:r>
              <a:rPr b="0" sz="1200">
                <a:solidFill>
                  <a:srgbClr val="94A3B8"/>
                </a:solidFill>
              </a:rPr>
              <a:t>Downsampling automatically adapts based on device total heap (`Runtime.maxMemory()`).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Zero Out-of-Memory: </a:t>
            </a:r>
            <a:r>
              <a:rPr b="0" sz="1200">
                <a:solidFill>
                  <a:srgbClr val="94A3B8"/>
                </a:solidFill>
              </a:rPr>
              <a:t>Prevents memory exhaustion crashes when processing 48MP camera photos.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LRU Thumbnail Cache: </a:t>
            </a:r>
            <a:r>
              <a:rPr b="0" sz="1200">
                <a:solidFill>
                  <a:srgbClr val="94A3B8"/>
                </a:solidFill>
              </a:rPr>
              <a:t>Caches small thumbnails in RAM to avoid redundant disk decodes during list scrolling.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⚡  CPU &amp; Frame Rate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Native Frame Analyzer: </a:t>
            </a:r>
            <a:r>
              <a:rPr b="0" sz="1200">
                <a:solidFill>
                  <a:srgbClr val="94A3B8"/>
                </a:solidFill>
              </a:rPr>
              <a:t>Replaced 300,000-iteration manual loops with hardware-accelerated AndroidX conversion.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Optimized Frame Throttle: </a:t>
            </a:r>
            <a:r>
              <a:rPr b="0" sz="1200">
                <a:solidFill>
                  <a:srgbClr val="94A3B8"/>
                </a:solidFill>
              </a:rPr>
              <a:t>280ms analyzer throttle gives responsive edge detection without overheating budget CPUs.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Streamlined OpenCV: </a:t>
            </a:r>
            <a:r>
              <a:rPr b="0" sz="1200">
                <a:solidFill>
                  <a:srgbClr val="94A3B8"/>
                </a:solidFill>
              </a:rPr>
              <a:t>Single 7.0 Gaussian kernel for live preview; heavy Hough transforms reserved for static shots.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Background Coroutines: </a:t>
            </a:r>
            <a:r>
              <a:rPr b="0" sz="1200">
                <a:solidFill>
                  <a:srgbClr val="94A3B8"/>
                </a:solidFill>
              </a:rPr>
              <a:t>All disk scans and image operations run on `Dispatchers.IO`.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📦  APK Size Optimization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Stripped 96MB Intel So: </a:t>
            </a:r>
            <a:r>
              <a:rPr b="0" sz="1200">
                <a:solidFill>
                  <a:srgbClr val="94A3B8"/>
                </a:solidFill>
              </a:rPr>
              <a:t>Configured `abiFilters` to eliminate unused x86 PC emulator binaries from OpenCV.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R8 / Proguard Trimming: </a:t>
            </a:r>
            <a:r>
              <a:rPr b="0" sz="1200">
                <a:solidFill>
                  <a:srgbClr val="94A3B8"/>
                </a:solidFill>
              </a:rPr>
              <a:t>Dead code elimination prunes unused BouncyCastle cryptography from PDFBox.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Shrink Resources: </a:t>
            </a:r>
            <a:r>
              <a:rPr b="0" sz="1200">
                <a:solidFill>
                  <a:srgbClr val="94A3B8"/>
                </a:solidFill>
              </a:rPr>
              <a:t>Removes unused XML and drawable assets from release builds.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70% Size Drop: </a:t>
            </a:r>
            <a:r>
              <a:rPr b="0" sz="1200">
                <a:solidFill>
                  <a:srgbClr val="94A3B8"/>
                </a:solidFill>
              </a:rPr>
              <a:t>Debug APK dropped from 163MB to 62MB; Minified Release APK is just 49MB!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4-Step Quick Start Workflow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From physical paper to professional PDF in under 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📷  Step 1: Capture / Import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Open Smart Scanner. Align document corners within the green overlay and tap the shutter button, or import photos from your gallery.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✨  Step 2: Enhance &amp; Filter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Select 'Document Crisp' filter to eliminate shadows and background tint. Adjust brightness or contrast sliders if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✏️  Step 3: Arrange &amp; Sign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In Page Composer, drag pages into the desired order. Add a digital signature or date stamp using the overlay studio.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37360"/>
            <a:ext cx="24688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🚀  Step 4: Export &amp; Share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Choose A4 PDF format. Tap Export to save locally, share via WhatsApp/Gmail, or send straight to a Wi-Fi printer.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FAQ &amp;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Frequently Asked Questions &amp; Troubleshooting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Common questions, file locations, and helpful tips.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❓  Frequently Asked Questions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Does this app require internet?: </a:t>
            </a:r>
            <a:r>
              <a:rPr b="0" sz="1200">
                <a:solidFill>
                  <a:srgbClr val="94A3B8"/>
                </a:solidFill>
              </a:rPr>
              <a:t>No. 100% offline. No internet permission is even requested in AndroidManifest.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Where are my files stored?: </a:t>
            </a:r>
            <a:r>
              <a:rPr b="0" sz="1200">
                <a:solidFill>
                  <a:srgbClr val="94A3B8"/>
                </a:solidFill>
              </a:rPr>
              <a:t>In your device's internal storage under `Documents/DocComposer/` and `Pictures/ResizedImages/`.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Can I transfer files to my PC?: </a:t>
            </a:r>
            <a:r>
              <a:rPr b="0" sz="1200">
                <a:solidFill>
                  <a:srgbClr val="94A3B8"/>
                </a:solidFill>
              </a:rPr>
              <a:t>Yes! Simply plug your phone into your computer via USB and open the Documents folder.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Will it work without Google Play Services?: </a:t>
            </a:r>
            <a:r>
              <a:rPr b="0" sz="1200">
                <a:solidFill>
                  <a:srgbClr val="94A3B8"/>
                </a:solidFill>
              </a:rPr>
              <a:t>Yes! It is fully self-contained without dependencies on GMS or Firebase.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🛠️  Troubleshooting Tips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Document corners not snapping?: </a:t>
            </a:r>
            <a:r>
              <a:rPr b="0" sz="1200">
                <a:solidFill>
                  <a:srgbClr val="94A3B8"/>
                </a:solidFill>
              </a:rPr>
              <a:t>Place the document on a contrasting surface (e.g., white paper on a dark wooden table) and avoid heavy shadows.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Image Resizer target size not reached?: </a:t>
            </a:r>
            <a:r>
              <a:rPr b="0" sz="1200">
                <a:solidFill>
                  <a:srgbClr val="94A3B8"/>
                </a:solidFill>
              </a:rPr>
              <a:t>If an image is extremely complex (dense text/graphics), lower the pixel dimensions slightly before applying JPEG compression.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Printer not showing up?: </a:t>
            </a:r>
            <a:r>
              <a:rPr b="0" sz="1200">
                <a:solidFill>
                  <a:srgbClr val="94A3B8"/>
                </a:solidFill>
              </a:rPr>
              <a:t>Ensure your printer and phone are on the exact same Wi-Fi network and your printer's Android plugin (Mopria/HP/Canon) is installed.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Need to free up storage?: </a:t>
            </a:r>
            <a:r>
              <a:rPr b="0" sz="1200">
                <a:solidFill>
                  <a:srgbClr val="94A3B8"/>
                </a:solidFill>
              </a:rPr>
              <a:t>Open Recent Projects screen and tap the trash icon on older exported files you no longer need.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TECH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Specifications &amp; Developer Stack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Built with modern Android engineering standards and Jetpack Compose.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💻  Technical Stack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Language &amp; Runtime: </a:t>
            </a:r>
            <a:r>
              <a:rPr b="0" sz="1200">
                <a:solidFill>
                  <a:srgbClr val="94A3B8"/>
                </a:solidFill>
              </a:rPr>
              <a:t>100% Modern Kotlin 1.9.21 targeting JVM 17.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UI Framework: </a:t>
            </a:r>
            <a:r>
              <a:rPr b="0" sz="1200">
                <a:solidFill>
                  <a:srgbClr val="94A3B8"/>
                </a:solidFill>
              </a:rPr>
              <a:t>Jetpack Compose with Material 3 Design System.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Computer Vision Engine: </a:t>
            </a:r>
            <a:r>
              <a:rPr b="0" sz="1200">
                <a:solidFill>
                  <a:srgbClr val="94A3B8"/>
                </a:solidFill>
              </a:rPr>
              <a:t>OpenCV 4.10.0 Native C++ JNI implementation.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PDF Creation: </a:t>
            </a:r>
            <a:r>
              <a:rPr b="0" sz="1200">
                <a:solidFill>
                  <a:srgbClr val="94A3B8"/>
                </a:solidFill>
              </a:rPr>
              <a:t>PDFBox-Android 2.0.27 with native vector PDF generation.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Architecture: </a:t>
            </a:r>
            <a:r>
              <a:rPr b="0" sz="1200">
                <a:solidFill>
                  <a:srgbClr val="94A3B8"/>
                </a:solidFill>
              </a:rPr>
              <a:t>MVVM (Model-View-ViewModel) + Clean Architecture + StateFlow.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Supported Android Versions: </a:t>
            </a:r>
            <a:r>
              <a:rPr b="0" sz="1200">
                <a:solidFill>
                  <a:srgbClr val="94A3B8"/>
                </a:solidFill>
              </a:rPr>
              <a:t>Android 8.0 (API 26) up to Android 14+ (API 34).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🚀  Release &amp; Store Readiness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Play Store Compliant: </a:t>
            </a:r>
            <a:r>
              <a:rPr b="0" sz="1200">
                <a:solidFill>
                  <a:srgbClr val="94A3B8"/>
                </a:solidFill>
              </a:rPr>
              <a:t>Targeting API 34 (Android 14) conforming to Google Play guidelines.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Data Safety Declaration: </a:t>
            </a:r>
            <a:r>
              <a:rPr b="0" sz="1200">
                <a:solidFill>
                  <a:srgbClr val="94A3B8"/>
                </a:solidFill>
              </a:rPr>
              <a:t>Zero data collected, zero data shared with third parties.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App Bundle (.aab): </a:t>
            </a:r>
            <a:r>
              <a:rPr b="0" sz="1200">
                <a:solidFill>
                  <a:srgbClr val="94A3B8"/>
                </a:solidFill>
              </a:rPr>
              <a:t>Ready for `bundleRelease` generation for optimized per-device delivery.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R8 Minified: </a:t>
            </a:r>
            <a:r>
              <a:rPr b="0" sz="1200">
                <a:solidFill>
                  <a:srgbClr val="94A3B8"/>
                </a:solidFill>
              </a:rPr>
              <a:t>Full Proguard obfuscation, dead code pruning, and resource shrinking enabled.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• Offline Security Badge: </a:t>
            </a:r>
            <a:r>
              <a:rPr b="0" sz="1200">
                <a:solidFill>
                  <a:srgbClr val="94A3B8"/>
                </a:solidFill>
              </a:rPr>
              <a:t>Ideal for enterprises, students, professionals, and privacy advocates.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